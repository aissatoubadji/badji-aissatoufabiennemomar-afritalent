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freelances tech &amp; entreprises africaines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4206240" cy="13716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0690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Aissatou Fabienne Momar Badji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Classe : L1 SEMI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Soutenance : 03/07/2026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individuel — Semestre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97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(JS, Bootstrap, CSS)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5212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2468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33832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42976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4297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852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59E0B"/>
                </a:solidFill>
              </a:rPr>
              <a:t>Contexte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F2937"/>
                </a:solidFill>
              </a:rPr>
              <a:t>Le marché du freelance tech explose en Afrique. Les développeurs et créateurs ont besoin d'une plateforme fiable pour proposer leurs services.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59E0B"/>
                </a:solidFill>
              </a:rPr>
              <a:t>Objectif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F2937"/>
                </a:solidFill>
              </a:rPr>
              <a:t>Concevoir un site vitrine complet présentant la plateforme, ses tarifs, ses freelances, pour convaincre entreprises et indépendants de s'inscrire.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59E0B"/>
                </a:solidFill>
              </a:rPr>
              <a:t>Public cible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Freelances tech africains (développeurs, designers, marketeurs) et entreprises en recherche de talents.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155448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2 500+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22376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Freelances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310896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0" y="3246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22376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Entreprises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466344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4800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12 000+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23760" y="5440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Missions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Palette &amp; Typographie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F59E0B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Primaire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#F59E0B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4630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1E3A5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Secondaire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688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#1E3A5F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10B981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Accent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#10B981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1F293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Texte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64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#1F2937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14630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Fond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#F9FAFB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784080" y="14630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840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Blanc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7840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Justification 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Orange/ambre : énergie, dynamisme entrepreneurial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Bleu marine : confiance, professionnalisme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Vert : validation, réussite des 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Typographie :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45262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9224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Playfair Display — titres expressifs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de paragraphe en Poppins, lisible et moderne.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Inspirations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Bento Grid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page modulaire et asymétrique pour les statistiques et étapes, tendance 2026.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43400" y="164592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9202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Awwwards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617720" y="31089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pour les standards d'interactivité et de finition visuelle haut de gamme.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46720" y="164592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202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Dribbble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321040" y="31089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d'inspiration pour les cartes profils et le carousel de témoignages.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C8"/>
                </a:solidFill>
              </a:rPr>
              <a:t>Le site reflète les tendances web 2026 : design épuré, accessibilité, interactivité pertinente.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0" cy="4846320"/>
          </a:xfrm>
          <a:prstGeom prst="roundRect">
            <a:avLst>
              <a:gd name="adj" fmla="val 1887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4480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BADJI-AissatouFabienneMomar-AfriTalent/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freelances.html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tarifs.html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main.js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Presentation.pptx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3504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5 pages HTML reliées par une navigation cohérente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21031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1031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37960" y="23957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Accueil — Hero, Bento Grid, catégories, témoignages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294436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94436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898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freelances.html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37960" y="323697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Catalogue filtrable de 9 profils freelances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378561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78561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7398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tarifs.html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537960" y="407822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3 plans tarifaires + FAQ en accordion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4626864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626864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4581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537960" y="4919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Histoire, équipe, valeurs, chiffres clés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035040" y="546811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5468112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37960" y="5422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537960" y="5760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Formulaire validé en JS + carte Google Maps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Aperçu des pages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[ Remplace ces cadres par tes vraies captures d'écran 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68880" cy="43891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2194560" cy="1828800"/>
          </a:xfrm>
          <a:prstGeom prst="rect">
            <a:avLst/>
          </a:prstGeom>
          <a:solidFill>
            <a:srgbClr val="1E3A5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Capture d'écran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Accueil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Accueil.html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Capture à insérer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468880" cy="43891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600200"/>
            <a:ext cx="2194560" cy="18288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00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Capture d'écran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Freelances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Freelances.html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Capture à insérer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468880" cy="43891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00200"/>
            <a:ext cx="2194560" cy="18288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Capture d'écran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Tarifs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Tarifs.html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Capture à insérer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0" y="1463040"/>
            <a:ext cx="2468880" cy="43891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600200"/>
            <a:ext cx="2194560" cy="182880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006840" y="1600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Capture d'écran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À propos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À propos.html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0684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Capture à insérer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556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localStorage.setItem('darkMode','active')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entre les pages via localStorage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7556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Compteurs animés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IntersectionObserver(...)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4652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Incrémentation de 0 à la cible au scroll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79476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13308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995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Filtrage dynamique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868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data-categorie === data-filtre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6868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Affiche/masque les cartes sans rechargement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17920" y="379476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133088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3995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formulaire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4652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/^[^\s@]+@[^\s@]+\.[^\s@]+$/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4652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 + longueur min. message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&amp; CSS avancé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Composants Bootstrap utilisés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Navbar responsive (navbar-expand-lg)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Cards (freelances, équipe, plans)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Carousel (témoignages)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Accordion (FAQ)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Grid system (col-12/md-6/lg-4)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Techniques CSS avancées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Variables CSS (:root) — 6+ variables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CSS Grid pour le Bento Grid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Flexbox pour les statistiques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Media queries (375px / 768px)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Transitions &amp; effets hover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--couleur-primaire: #F59E0B;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--couleur-secondaire: #1E3A5F;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--rayon: 12px; --transition: all 0.3s ease;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— Workflow &amp; Déploiement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 commits exactement, planifiés et réguliers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377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1. Init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834640" y="237744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2377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2. HTML structure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0" y="237744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120640" y="2377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3. CSS base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23760" y="237744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2377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4. CSS Bento/Hero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418320" y="237744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509760" y="2377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5. CSS Responsive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3832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6. JS Dark mode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834640" y="33832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92608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7. JS Compteurs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0" y="33832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8. JS Validation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223760" y="33832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9. Finalisation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418320" y="33832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950976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10. Déploiement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Déploiement GitHub Pages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0080" y="4983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accessible en ligne via GitHub Pages, branche main, activé depuis Settings → Pages.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" y="562356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https://aissatoubadji.github.io/BADJI-AissatouFabienneMomar-AfriTalent/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 et solutions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1848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544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Git rejeté (refspec error)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63040" y="19842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</a:rPr>
              <a:t>Problème 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Le premier push échouait car aucun commit n'avait encore été créé localement.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463040" y="2377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</a:rPr>
              <a:t>Solution 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J'ai exécuté git add . puis git commit avant de relancer git push -u origin main.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31012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2461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non affichées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367588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</a:rPr>
              <a:t>Problème 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Certains fichiers avaient des noms incorrects (doublons d'extension, fautes de frappe).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463040" y="4069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</a:rPr>
              <a:t>Solution 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Vérification systématique des noms de fichiers entre le HTML et le dossier images/.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017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9377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Erreurs de hiérarchie de titres (W3C)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63040" y="5367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</a:rPr>
              <a:t>Problème 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Des balises h4/h5 suivaient directement des h1/h2, cassant la hiérarchie sémantique.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463040" y="5760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</a:rPr>
              <a:t>Solution 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Correction de tous les niveaux de titres pour respecter l'ordre logique h1→h2→h3.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et documentation utilisées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64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2677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MDN Web Docs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8680" y="2670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Référence HTML, CSS, JavaScript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43400" y="1554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5564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22677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Docs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572000" y="2670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Composants, grille, utilitaires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046720" y="1554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75564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22677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W3C Validator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275320" y="2670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Validation HTML de mes 5 pages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4747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7588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4187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Fonts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868680" y="45902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Polices Playfair Display &amp; Poppins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343400" y="34747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675888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72000" y="4187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Pexels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4572000" y="45902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Photos libres de droits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046720" y="34747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675888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75320" y="4187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CSS-Tricks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8275320" y="45902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Guides Flexbox &amp; Grid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834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Présentation du site en direct sur GitHub Pages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Navigation entre les 5 pages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38912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6656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Dark mode &amp; navbar dynamique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6636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Filtrage des freelances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16636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76656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Validation du formulaire de contact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Ce projet m'a permis de mettre en pratique l'ensemble des notions du semestre : structure HTML sémantique, mise en page avancée avec Bootstrap et CSS Grid, interactivité JavaScript vanilla, et gestion de version avec Git/GitHub.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Au-delà du code, j'ai appris à structurer un travail dans la durée, à documenter mes choix, et à respecter une méthodologie de développement rigoureuse.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4343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HTML/CSS/JS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83280" y="41148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3434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 &amp; GitHub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26480" y="41148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34340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Design UI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869680" y="41148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34340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112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Responsive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</a:rPr>
              <a:t>Merci de votre attention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d'amélioration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Backend réel pour gérer inscriptions et paiements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Système de messagerie entre freelances et entreprises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Page Blog complète avec articles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Tests utilisateurs pour affiner l'UX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881360" cy="0"/>
          </a:xfrm>
          <a:prstGeom prst="line">
            <a:avLst/>
          </a:prstGeom>
          <a:noFill/>
          <a:ln w="12700">
            <a:solidFill>
              <a:srgbClr val="3B527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114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questions 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8"/>
                </a:solidFill>
              </a:rPr>
              <a:t>Aissatou Fabienne Momar Badji — L1 SEMI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Soutenance Projet S2</dc:title>
  <dc:subject>PptxGenJS Presentation</dc:subject>
  <dc:creator>Aissatou Fabienne Momar Badji</dc:creator>
  <cp:lastModifiedBy>Aissatou Fabienne Momar Badji</cp:lastModifiedBy>
  <cp:revision>1</cp:revision>
  <dcterms:created xsi:type="dcterms:W3CDTF">2026-06-30T11:51:50Z</dcterms:created>
  <dcterms:modified xsi:type="dcterms:W3CDTF">2026-06-30T11:51:50Z</dcterms:modified>
</cp:coreProperties>
</file>